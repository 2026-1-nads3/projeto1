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boldItalic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560" y="-115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latin typeface="Open Sans"/>
                <a:ea typeface="Open Sans"/>
                <a:cs typeface="Open Sans"/>
                <a:sym typeface="Open Sans"/>
              </a:rPr>
              <a:t>App Maya RPG - Grupo 3GL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Gabriel Melego Julio, Guilherme Soares, Gustavo Bitencourt, Luis Felipe da Silva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762" dirty="0">
                <a:latin typeface="Open Sans"/>
                <a:ea typeface="Open Sans"/>
                <a:cs typeface="Open Sans"/>
                <a:sym typeface="Open Sans"/>
              </a:rPr>
              <a:t>imar Martins, Francisco Escobar, Jefferson Silva, Rodrigo Rosa 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7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SILVA, Fulano da. Introdução aos Sistemas Computacionais Complexos. São Paulo: Editora Horizonte Científico, 2018.</a:t>
            </a:r>
            <a:endParaRPr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SANTOS, Beltrano dos; OLIVEIRA, Maria Antonieta. Modelagem Matemática e Algoritmos Educacionais. Rio de Janeiro: Editora Saber &amp; Ciência, 2020.</a:t>
            </a:r>
            <a:endParaRPr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Editora chips, 2028.</a:t>
            </a:r>
            <a:endParaRPr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clínica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RRG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fisioterapeuta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Maya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percebeu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com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crescimento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se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tornou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necessário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melhoria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dinâmica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atendimentos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isso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entrou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contato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a FECAP para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alunos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desenvolvessem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propostas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ajudá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-la com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essa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demanda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seus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atendimentos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buscando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oferecer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melhor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experiência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seus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clientes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grupo 3GL propôs a criação de um Aplicativ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o Mobile para atender às demandas da clínica, suas funcionalidades incluem: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Agendamentos de sessões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Área do paciente personalizada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Área para lançamento de prontuários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Seção que indica exercícios direcionados ao quadro do paciente.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pic>
        <p:nvPicPr>
          <p:cNvPr id="1026" name="Picture 2" descr="Resultado de imagem para Icons Android Studio">
            <a:extLst>
              <a:ext uri="{FF2B5EF4-FFF2-40B4-BE49-F238E27FC236}">
                <a16:creationId xmlns:a16="http://schemas.microsoft.com/office/drawing/2014/main" id="{76B29A16-F5C0-4956-37D5-0F6141615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576" y="33496445"/>
            <a:ext cx="2891774" cy="289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java language icon">
            <a:extLst>
              <a:ext uri="{FF2B5EF4-FFF2-40B4-BE49-F238E27FC236}">
                <a16:creationId xmlns:a16="http://schemas.microsoft.com/office/drawing/2014/main" id="{0565D48B-23DF-C264-C276-285EEA613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497" y="33308253"/>
            <a:ext cx="2891773" cy="289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4FC27E5-2D24-DA19-10C5-AFA48C956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880" y="33436605"/>
            <a:ext cx="2891773" cy="310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m para docker icon">
            <a:extLst>
              <a:ext uri="{FF2B5EF4-FFF2-40B4-BE49-F238E27FC236}">
                <a16:creationId xmlns:a16="http://schemas.microsoft.com/office/drawing/2014/main" id="{B0AD1F41-E2C9-D155-5E4F-FAD7F0ADD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139" y="33840366"/>
            <a:ext cx="36861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9BE7B3-3EE6-F11F-A483-6E5DD9A170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66975" y="11130628"/>
            <a:ext cx="4636205" cy="8230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347A5C-F75F-5524-364C-FE6DB38223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63943" y="20495455"/>
            <a:ext cx="4623909" cy="822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098E94-2E52-EA97-4289-F4933CB429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27251" y="11129880"/>
            <a:ext cx="3796145" cy="822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AEBB1D-4AFA-6A8D-6BA6-DCDF822AC11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01835" y="20595449"/>
            <a:ext cx="4623498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Open Sans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Gustavo Bitencourt</dc:creator>
  <cp:lastModifiedBy>Gustavo Bitencourt</cp:lastModifiedBy>
  <cp:revision>1</cp:revision>
  <dcterms:created xsi:type="dcterms:W3CDTF">2006-08-16T00:00:00Z</dcterms:created>
  <dcterms:modified xsi:type="dcterms:W3CDTF">2026-05-04T20:24:11Z</dcterms:modified>
</cp:coreProperties>
</file>